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C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gency FB"/>
              </a:rPr>
              <a:t>Beneficiary Registration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9784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  <a:latin typeface="Arial Narrow"/>
              </a:rPr>
              <a:t>Vue frontend, Express backend, MongoDB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project is separated into two folders: frontend and backend.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frontend handles the user interface and form validation.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backend handles the API, database connection, model, and 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Frontend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frontend is built with Vue and Vue Router.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home page shows the logo, title, and Register button.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When the button is clicked, the user is taken to the registration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Registration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form collects personal details and settlement information.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Reusable Vue components are used for text fields, select fields, gender, and success alert.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Shared styling is placed in global CSS to keep the code simple and consistent.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Frontend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Required fields must be filled in before submit.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Date of birth must be before the registration date.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Date of joining settlement camp must be on or after the registration date.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Frontend validation helps the user correct mistakes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Backend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backend uses Express, Mongoose, CORS, and dotenv.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MongoDB stores the beneficiary records.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backend exposes POST and GET routes for beneficiaries.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Backend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backend checks the same rules as the frontend.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This protects the system even if someone bypasses the frontend form.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Only valid data is saved into MongoDB.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System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user opens the home page and goes to the registration form.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frontend validates the data and sends it to the backend with Axios.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backend validates again and saves the data to MongoDB.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A success alert is shown after a successful save.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85723"/>
                </a:solidFill>
                <a:latin typeface="Agency FB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432"/>
          </a:xfrm>
          <a:prstGeom prst="rect">
            <a:avLst/>
          </a:prstGeom>
          <a:solidFill>
            <a:srgbClr val="99CC32"/>
          </a:solidFill>
          <a:ln>
            <a:solidFill>
              <a:srgbClr val="99C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This project shows frontend and backend integration in one system.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It includes UI design, validation, API communication, and database storage.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The code is organized into small components and clear folders for easier maintenance.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 Narrow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